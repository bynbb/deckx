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9" r:id="rId3"/>
    <p:sldId id="261" r:id="rId4"/>
    <p:sldId id="262" r:id="rId5"/>
    <p:sldId id="265" r:id="rId6"/>
    <p:sldId id="267" r:id="rId7"/>
    <p:sldId id="266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4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EC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2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438" y="114"/>
      </p:cViewPr>
      <p:guideLst>
        <p:guide orient="horz" pos="864"/>
        <p:guide pos="4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BDF95D-AF25-437E-83D6-B4C858F4C9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BF8CC-2081-4A29-8BA3-4BC46CB7D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4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BF8CC-2081-4A29-8BA3-4BC46CB7D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56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93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4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4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5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7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8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11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3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0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9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B5ABA16-2033-45AB-BB04-C96E28E57BC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24E2716-5D32-4858-9E69-AF571FB3B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51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31EA0-05CB-5567-6AFB-ADD64D6F6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115" y="1842235"/>
            <a:ext cx="10150928" cy="1215172"/>
          </a:xfrm>
        </p:spPr>
        <p:txBody>
          <a:bodyPr>
            <a:noAutofit/>
          </a:bodyPr>
          <a:lstStyle/>
          <a:p>
            <a:r>
              <a:rPr lang="en-US" sz="6600"/>
              <a:t>Title:&gt;</a:t>
            </a:r>
            <a:r>
              <a:rPr lang="en-US" sz="6600" dirty="0"/>
              <a:t>Test Data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B25D0-1E3B-7B01-BEF6-389D8754A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115" y="3890402"/>
            <a:ext cx="3981625" cy="46247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Author:&gt; DAISY DUCK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3B1AE70-74E2-412F-335C-BF6D51EDA664}"/>
              </a:ext>
            </a:extLst>
          </p:cNvPr>
          <p:cNvSpPr txBox="1">
            <a:spLocks/>
          </p:cNvSpPr>
          <p:nvPr/>
        </p:nvSpPr>
        <p:spPr>
          <a:xfrm>
            <a:off x="1132115" y="4421024"/>
            <a:ext cx="6928932" cy="403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3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Scope:&gt; user story</a:t>
            </a: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33E572-71F0-8ED8-21E1-7E02899DE338}"/>
              </a:ext>
            </a:extLst>
          </p:cNvPr>
          <p:cNvSpPr txBox="1">
            <a:spLocks/>
          </p:cNvSpPr>
          <p:nvPr/>
        </p:nvSpPr>
        <p:spPr>
          <a:xfrm>
            <a:off x="1132115" y="4690679"/>
            <a:ext cx="6928932" cy="403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3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ID:&gt; ID04212026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4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F0CA-F9F7-9180-5FC5-5CA08B6E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D8C26E8-3C7E-27F6-9A94-41603228A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44" y="835068"/>
            <a:ext cx="11515626" cy="539692"/>
          </a:xfrm>
        </p:spPr>
        <p:txBody>
          <a:bodyPr anchor="ctr">
            <a:noAutofit/>
          </a:bodyPr>
          <a:lstStyle/>
          <a:p>
            <a:r>
              <a:rPr lang="en-US" sz="3600" dirty="0"/>
              <a:t>Intro:&gt; Develop a Disney Go-Kart Lookup GUI.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38925-EC51-F5A4-9C7D-550BA269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59" y="2776690"/>
            <a:ext cx="10058400" cy="981392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Text:&gt; Create a sample GUI application concept that looks up go-kart assignments for Disney Adventure drivers. When completed, the sample application should look like this:</a:t>
            </a:r>
            <a:br>
              <a:rPr lang="en-US" dirty="0">
                <a:solidFill>
                  <a:schemeClr val="bg2"/>
                </a:solidFill>
              </a:rPr>
            </a:b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5DC7C-F092-C1E8-CA6F-71D416631998}"/>
              </a:ext>
            </a:extLst>
          </p:cNvPr>
          <p:cNvSpPr txBox="1"/>
          <p:nvPr/>
        </p:nvSpPr>
        <p:spPr>
          <a:xfrm>
            <a:off x="649159" y="1614060"/>
            <a:ext cx="5081600" cy="92333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NOTE:&gt; THIS IS TEST DATA ONLY. THIS POWERPOINT FILE IS USED AS SAMPLE INPUT FOR THE DECKNOTE APPLICATION.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8B4106-ED75-57B8-BD39-E4E4AAFE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814" y="4010288"/>
            <a:ext cx="3877216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2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DAD82-B5AF-E4A9-E688-F720BD09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C6A0BEC-9388-1FBF-37D0-BE2E9CAB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45" y="345211"/>
            <a:ext cx="9362713" cy="539692"/>
          </a:xfrm>
        </p:spPr>
        <p:txBody>
          <a:bodyPr anchor="ctr">
            <a:noAutofit/>
          </a:bodyPr>
          <a:lstStyle/>
          <a:p>
            <a:r>
              <a:rPr lang="en-US" sz="3600" dirty="0"/>
              <a:t>Title:&gt; Review the existing code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FFE421E-6CCE-B478-EFBB-4E89D5F30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36" y="1189991"/>
            <a:ext cx="5262472" cy="4771193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Steps:&gt;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Open the project that contains the Disney go-kart lookup application starter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Open the GoKartNameLookup class in the disney.business package and review the existing method. Note that the getKartName() method is currently a stub and throws a "Not implemented yet" exception.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Open the GoKartNameFrame class in the disney.ui package and review the existing code. Note that: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class extends JFrame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constructor calls the initComponents() method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initComponents() method currently creates only an empty frame with a title and 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computeButtonClicked() and resetButtonClicked() methods are currently stubs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main() method creates and displays the frame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Run the application. This should display an empty frame titled Disney Go-Kart Name Generator.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Resize the frame if needed and confirm that it contains no input fields, labels, or buttons yet.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DDAAC-603B-BF11-B6BD-ED52E76A8449}"/>
              </a:ext>
            </a:extLst>
          </p:cNvPr>
          <p:cNvSpPr txBox="1"/>
          <p:nvPr/>
        </p:nvSpPr>
        <p:spPr>
          <a:xfrm>
            <a:off x="9930393" y="245725"/>
            <a:ext cx="186301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Sequence:&gt; 1 of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881D2-41F5-D1BF-60A1-4D63F637D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56191"/>
            <a:ext cx="5397356" cy="211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3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7C1D-39CD-9BC6-9233-270DA63C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CFC3A4-FAF5-BD50-A32B-CAA2138F6412}"/>
              </a:ext>
            </a:extLst>
          </p:cNvPr>
          <p:cNvSpPr txBox="1"/>
          <p:nvPr/>
        </p:nvSpPr>
        <p:spPr>
          <a:xfrm>
            <a:off x="9971214" y="229397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2 of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3391A-ED1C-98F2-1BFB-48358D75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37" y="526684"/>
            <a:ext cx="5512414" cy="52756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04CA9E-0E97-11F9-5074-C68FFD888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988" y="2130723"/>
            <a:ext cx="3972479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8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7314D-BD6C-6A55-161E-777CD877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FC10C6C-452B-7698-73F6-A2EC71A1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45" y="345211"/>
            <a:ext cx="9362713" cy="539692"/>
          </a:xfrm>
        </p:spPr>
        <p:txBody>
          <a:bodyPr anchor="ctr">
            <a:noAutofit/>
          </a:bodyPr>
          <a:lstStyle/>
          <a:p>
            <a:r>
              <a:rPr lang="en-US" sz="3600" dirty="0"/>
              <a:t>Title:&gt; Add the components to the frame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B0C296-AB64-D6A1-C4FE-6B4D86C8E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545" y="953226"/>
            <a:ext cx="5735312" cy="5472066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Steps:&gt;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Open the GoKartNameFrame class in the disney.ui package.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Add instance variables for the three text fields and two buttons:</a:t>
            </a:r>
            <a:br>
              <a:rPr lang="en-US" sz="1800" dirty="0"/>
            </a:br>
            <a:r>
              <a:rPr lang="en-US" sz="1800" dirty="0"/>
              <a:t>- firstNameTextField</a:t>
            </a:r>
            <a:br>
              <a:rPr lang="en-US" sz="1800" dirty="0"/>
            </a:br>
            <a:r>
              <a:rPr lang="en-US" sz="1800" dirty="0"/>
              <a:t>- lastNameTextField</a:t>
            </a:r>
            <a:br>
              <a:rPr lang="en-US" sz="1800" dirty="0"/>
            </a:br>
            <a:r>
              <a:rPr lang="en-US" sz="1800" dirty="0"/>
              <a:t>- goKartNameTextField</a:t>
            </a:r>
            <a:br>
              <a:rPr lang="en-US" sz="1800" dirty="0"/>
            </a:br>
            <a:r>
              <a:rPr lang="en-US" sz="1800" dirty="0"/>
              <a:t>- computeButton</a:t>
            </a:r>
            <a:br>
              <a:rPr lang="en-US" sz="1800" dirty="0"/>
            </a:br>
            <a:r>
              <a:rPr lang="en-US" sz="1800" dirty="0"/>
              <a:t>- resetButton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Add code to the initComponents() method to build the user interface. This method should:</a:t>
            </a:r>
            <a:br>
              <a:rPr lang="en-US" sz="1800" dirty="0"/>
            </a:br>
            <a:r>
              <a:rPr lang="en-US" sz="1800" dirty="0"/>
              <a:t>- create the three text fields</a:t>
            </a:r>
            <a:br>
              <a:rPr lang="en-US" sz="1800" dirty="0"/>
            </a:br>
            <a:r>
              <a:rPr lang="en-US" sz="1800" dirty="0"/>
              <a:t>- make the Go-Kart Name text field non-editable</a:t>
            </a:r>
            <a:br>
              <a:rPr lang="en-US" sz="1800" dirty="0"/>
            </a:br>
            <a:r>
              <a:rPr lang="en-US" sz="1800" dirty="0"/>
              <a:t>- set the minimum and preferred size for all three text fields</a:t>
            </a:r>
            <a:br>
              <a:rPr lang="en-US" sz="1800" dirty="0"/>
            </a:br>
            <a:r>
              <a:rPr lang="en-US" sz="1800" dirty="0"/>
              <a:t>- create the Compute and Reset buttons</a:t>
            </a:r>
            <a:br>
              <a:rPr lang="en-US" sz="1800" dirty="0"/>
            </a:br>
            <a:r>
              <a:rPr lang="en-US" sz="1800" dirty="0"/>
              <a:t>- attach action listeners to both buttons</a:t>
            </a:r>
            <a:br>
              <a:rPr lang="en-US" sz="1800" dirty="0"/>
            </a:br>
            <a:r>
              <a:rPr lang="en-US" sz="1800" dirty="0"/>
              <a:t>- create a panel that uses the GridBagLayout manager</a:t>
            </a:r>
            <a:br>
              <a:rPr lang="en-US" sz="1800" dirty="0"/>
            </a:br>
            <a:r>
              <a:rPr lang="en-US" sz="1800" dirty="0"/>
              <a:t>- add the labels and text fields to the panel</a:t>
            </a:r>
            <a:br>
              <a:rPr lang="en-US" sz="1800" dirty="0"/>
            </a:br>
            <a:r>
              <a:rPr lang="en-US" sz="1800" dirty="0"/>
              <a:t>- create a button panel and add the two buttons</a:t>
            </a:r>
            <a:br>
              <a:rPr lang="en-US" sz="1800" dirty="0"/>
            </a:br>
            <a:r>
              <a:rPr lang="en-US" sz="1800" dirty="0"/>
              <a:t>- add both panels to the frame</a:t>
            </a:r>
            <a:br>
              <a:rPr lang="en-US" sz="1800" dirty="0"/>
            </a:br>
            <a:r>
              <a:rPr lang="en-US" sz="1800" dirty="0"/>
              <a:t>- pack the frame to set its size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Add the getConstraints() helper method so the labels and text fields can be positioned correctly in the GridBagLayout.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800" dirty="0"/>
              <a:t>Run the application. This should display a frame with the First Name, Last Name, and Go-Kart Name fields, along with the Compute and Reset buttons. However, the button-click methods should still be unfinished at this stage.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D5DBE-4127-05D4-2FD3-FF757DC6524A}"/>
              </a:ext>
            </a:extLst>
          </p:cNvPr>
          <p:cNvSpPr txBox="1"/>
          <p:nvPr/>
        </p:nvSpPr>
        <p:spPr>
          <a:xfrm>
            <a:off x="9806546" y="245725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1 of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905F5B-7170-6D02-751E-8048737F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967" y="1189991"/>
            <a:ext cx="5560355" cy="478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9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B1936-561E-F6DD-02F2-6F43B752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2FAE27-F779-FF7F-50C4-29CC2AD97FB9}"/>
              </a:ext>
            </a:extLst>
          </p:cNvPr>
          <p:cNvSpPr txBox="1"/>
          <p:nvPr/>
        </p:nvSpPr>
        <p:spPr>
          <a:xfrm>
            <a:off x="9825285" y="245725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2 of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F413A-57B2-3489-BF4D-FFF4011B7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36" y="331439"/>
            <a:ext cx="4508525" cy="6195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22BA48-5C1D-7364-A6C1-F2152CF40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445" y="2549185"/>
            <a:ext cx="3724795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6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45F8F-1479-8246-ED18-2D3BF87B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0EDE92-19A3-7BE5-6A09-2005D14D0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45" y="345211"/>
            <a:ext cx="9944425" cy="393283"/>
          </a:xfrm>
        </p:spPr>
        <p:txBody>
          <a:bodyPr anchor="ctr">
            <a:noAutofit/>
          </a:bodyPr>
          <a:lstStyle/>
          <a:p>
            <a:r>
              <a:rPr lang="en-US" sz="3600" dirty="0"/>
              <a:t>Title:&gt; Handle the button events and add lookup logic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67230D-7A99-7B0F-0720-17F7F5F6C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542" y="1141005"/>
            <a:ext cx="5995793" cy="4771193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/>
              <a:t>Steps:&gt; 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Open the GoKartNameLookup class in the disney.business package.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Implement the getKartName() method so it returns the correct go-kart name for each supported Disney driver:</a:t>
            </a:r>
            <a:br>
              <a:rPr lang="en-US" sz="1800" dirty="0"/>
            </a:br>
            <a:r>
              <a:rPr lang="en-US" sz="1800" dirty="0"/>
              <a:t>- Mickey Mouse -&gt; B Dasher</a:t>
            </a:r>
            <a:br>
              <a:rPr lang="en-US" sz="1800" dirty="0"/>
            </a:br>
            <a:r>
              <a:rPr lang="en-US" sz="1800" dirty="0"/>
              <a:t>- Donald Duck -&gt; Pipe Frame</a:t>
            </a:r>
            <a:br>
              <a:rPr lang="en-US" sz="1800" dirty="0"/>
            </a:br>
            <a:r>
              <a:rPr lang="en-US" sz="1800" dirty="0"/>
              <a:t>- Snow White -&gt; Blue Falcon</a:t>
            </a:r>
            <a:br>
              <a:rPr lang="en-US" sz="1800" dirty="0"/>
            </a:br>
            <a:r>
              <a:rPr lang="en-US" sz="1800" dirty="0"/>
              <a:t>- Buzz Lightyear -&gt; Biddybuggy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Open the GoKartNameFrame class in the disney.ui package.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Implement the computeButtonClicked() method. This method should:</a:t>
            </a:r>
            <a:br>
              <a:rPr lang="en-US" sz="1800" dirty="0"/>
            </a:br>
            <a:r>
              <a:rPr lang="en-US" sz="1800" dirty="0"/>
              <a:t>- get the First Name and Last Name values from the text fields</a:t>
            </a:r>
            <a:br>
              <a:rPr lang="en-US" sz="1800" dirty="0"/>
            </a:br>
            <a:r>
              <a:rPr lang="en-US" sz="1800" dirty="0"/>
              <a:t>- validate that both fields contain input</a:t>
            </a:r>
            <a:br>
              <a:rPr lang="en-US" sz="1800" dirty="0"/>
            </a:br>
            <a:r>
              <a:rPr lang="en-US" sz="1800" dirty="0"/>
              <a:t>- display an error dialog if either field is missing</a:t>
            </a:r>
            <a:br>
              <a:rPr lang="en-US" sz="1800" dirty="0"/>
            </a:br>
            <a:r>
              <a:rPr lang="en-US" sz="1800" dirty="0"/>
              <a:t>- call the GoKartNameLookup class to retrieve the correct go-kart name</a:t>
            </a:r>
            <a:br>
              <a:rPr lang="en-US" sz="1800" dirty="0"/>
            </a:br>
            <a:r>
              <a:rPr lang="en-US" sz="1800" dirty="0"/>
              <a:t>- display the result in the Go-Kart Name text field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Implement the resetButtonClicked() method. This method should:</a:t>
            </a:r>
            <a:br>
              <a:rPr lang="en-US" sz="1800" dirty="0"/>
            </a:br>
            <a:r>
              <a:rPr lang="en-US" sz="1800" dirty="0"/>
              <a:t>- clear the First Name, Last Name, and Go-Kart Name text fields</a:t>
            </a:r>
            <a:br>
              <a:rPr lang="en-US" sz="1800" dirty="0"/>
            </a:br>
            <a:r>
              <a:rPr lang="en-US" sz="1800" dirty="0"/>
              <a:t>- place the cursor back in the First Name field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Run the application and test the lookup using the supported sample inputs. Confirm that each supported name pair displays the correct go-kart name.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en-US" sz="1800" dirty="0"/>
              <a:t>Test the Reset button and confirm that it clears all fields correctly.</a:t>
            </a:r>
          </a:p>
          <a:p>
            <a:pPr marL="457200" indent="-457200">
              <a:buFont typeface="+mj-lt"/>
              <a:buAutoNum type="arabicPeriod" startAt="11"/>
            </a:pPr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ACAEBC-7942-A0AA-E9B9-B2D28D9B8B53}"/>
              </a:ext>
            </a:extLst>
          </p:cNvPr>
          <p:cNvSpPr txBox="1"/>
          <p:nvPr/>
        </p:nvSpPr>
        <p:spPr>
          <a:xfrm>
            <a:off x="10167794" y="160545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1 of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CF67B-F0F8-2281-BE5A-B0D61EDC6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494" y="1411424"/>
            <a:ext cx="5712209" cy="40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7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2EE47-7641-A39F-A7D1-CB4F9955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194681-35ED-E367-0B65-14AE563E05D6}"/>
              </a:ext>
            </a:extLst>
          </p:cNvPr>
          <p:cNvSpPr txBox="1"/>
          <p:nvPr/>
        </p:nvSpPr>
        <p:spPr>
          <a:xfrm>
            <a:off x="9975725" y="173590"/>
            <a:ext cx="191590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Sequence :&gt; 2 of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1B0E06-8DBF-1596-6895-B10F7910D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66" y="172520"/>
            <a:ext cx="5129473" cy="6528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B43407-D364-EE6B-4791-A79382228F54}"/>
              </a:ext>
            </a:extLst>
          </p:cNvPr>
          <p:cNvSpPr txBox="1"/>
          <p:nvPr/>
        </p:nvSpPr>
        <p:spPr>
          <a:xfrm>
            <a:off x="6096000" y="5600630"/>
            <a:ext cx="2457182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Test:&gt; “Reset” button tested and works!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31DB87-3B9B-FC46-DF6D-AEB36589D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125" y="932660"/>
            <a:ext cx="2800741" cy="14670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82F050-3F79-6FFF-61DC-E7E815BEE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3126" y="1569019"/>
            <a:ext cx="2781688" cy="14575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53FFB4-0010-E271-F858-D83224E8D7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349" y="3026547"/>
            <a:ext cx="2810267" cy="1505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D5B4A1-FD3A-EDE0-D456-4DA173F65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2178" y="3860277"/>
            <a:ext cx="2762636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768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2120</TotalTime>
  <Words>715</Words>
  <Application>Microsoft Office PowerPoint</Application>
  <PresentationFormat>Widescreen</PresentationFormat>
  <Paragraphs>43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Retrospect</vt:lpstr>
      <vt:lpstr>Title:&gt;Test Data Presentation</vt:lpstr>
      <vt:lpstr>Intro:&gt; Develop a Disney Go-Kart Lookup GUI.</vt:lpstr>
      <vt:lpstr>Title:&gt; Review the existing code</vt:lpstr>
      <vt:lpstr>PowerPoint Presentation</vt:lpstr>
      <vt:lpstr>Title:&gt; Add the components to the frame</vt:lpstr>
      <vt:lpstr>PowerPoint Presentation</vt:lpstr>
      <vt:lpstr>Title:&gt; Handle the button events and add lookup logic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Brode</dc:creator>
  <cp:lastModifiedBy>Noah Brode</cp:lastModifiedBy>
  <cp:revision>1648</cp:revision>
  <dcterms:created xsi:type="dcterms:W3CDTF">2026-02-02T02:19:14Z</dcterms:created>
  <dcterms:modified xsi:type="dcterms:W3CDTF">2026-04-29T03:15:45Z</dcterms:modified>
</cp:coreProperties>
</file>